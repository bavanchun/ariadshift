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Khu vườn đọc sách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Một khoảng sân nhỏ sau thư viện phường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Lịch chăm vườn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Thứ bảy: tưới cây và đổi sách</a:t>
            </a:r>
          </a:p>
          <a:p>
            <a:r>
              <a:t>Ngày nắng: học bài dưới giàn hoa giấy</a:t>
            </a:r>
          </a:p>
          <a:p>
            <a:r>
              <a:t>Ngày mưa: chuyển vào mái hiên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Sách được đổi trong tháng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800"/>
                        <a:t>Loại sách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Số quyển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Truyện tranh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24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Sách nấu ăn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11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Ghi chép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Mỗi sáng thứ bảy, một nhóm hàng xóm tưới cây và đổi sách. Trẻ nhỏ chọn truyện tranh; người lớn mang đến sách nấu ăn, bản đồ cũ và tạp chí khoa học. Những quyển sách được bọc giấy nâu để mưa không làm cong góc.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Khu vườn đọc sách</dc:title>
  <dc:subject/>
  <dc:creator>AriadShift contributors</dc:creator>
  <cp:keywords/>
  <dc:description>generated using python-pptx</dc:description>
  <cp:lastModifiedBy>AriadShift contributors</cp:lastModifiedBy>
  <cp:revision>1</cp:revision>
  <dcterms:created xsi:type="dcterms:W3CDTF">2000-01-01T00:00:00Z</dcterms:created>
  <dcterms:modified xsi:type="dcterms:W3CDTF">2000-01-01T00:00:00Z</dcterms:modified>
  <cp:category/>
</cp:coreProperties>
</file>