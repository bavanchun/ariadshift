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from the Map Room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r>
                        <a:t>Archive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Recorded detail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Street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Survey date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Overlay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Transparent sheet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Map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from the Map Room</dc:title>
  <dc:subject/>
  <dc:creator>AriadShift contributors</dc:creator>
  <cp:keywords/>
  <dc:description>generated using python-pptx</dc:description>
  <cp:lastModifiedBy>AriadShift contributors</cp:lastModifiedBy>
  <cp:revision>1</cp:revision>
  <dcterms:created xsi:type="dcterms:W3CDTF">2000-01-01T00:00:00Z</dcterms:created>
  <dcterms:modified xsi:type="dcterms:W3CDTF">2000-01-01T00:00:00Z</dcterms:modified>
  <cp:category/>
</cp:coreProperties>
</file>