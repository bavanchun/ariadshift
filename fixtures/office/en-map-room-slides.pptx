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285A7A-3841-42DC-A8A7-801C8AD76F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54FA93-959F-489F-91E1-E02B8E300E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21F094-AA56-4B51-9F23-FD7759F2022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Notes from the Map Room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1800000"/>
            <a:ext cx="864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Street plans, ferry schedules and hand-drawn routes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Archive practice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1800000"/>
            <a:ext cx="864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Mara volunteers on Thursday afternoons. She records the paper's date, the names of its surveyors, and any handwritten no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Overlays keep older maps intact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</dc:language>
  <cp:lastModifiedBy/>
  <cp:revision>0</cp:revision>
  <dc:subject/>
  <dc:title>Notes from the Map Room</dc:title>
</cp:coreProperties>
</file>